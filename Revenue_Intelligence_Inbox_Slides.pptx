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A78BFA"/>
                </a:solidFill>
                <a:latin typeface="Calibr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THE MANAGER PROBLEM &amp; MAIN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Revenue Intelligence Inbox — SpendNest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60A5FA"/>
                </a:solidFill>
                <a:latin typeface="Calibri"/>
              </a:rPr>
              <a:t>▸  </a:t>
            </a:r>
            <a:r>
              <a:rPr sz="1100">
                <a:solidFill>
                  <a:srgbClr val="E2E8F0"/>
                </a:solidFill>
                <a:latin typeface="Calibri"/>
              </a:rPr>
              <a:t>A sales manager gets calls, meetings and transcripts from several systems.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0A5FA"/>
                </a:solidFill>
                <a:latin typeface="Calibri"/>
              </a:rPr>
              <a:t>▸  </a:t>
            </a:r>
            <a:r>
              <a:rPr sz="1100">
                <a:solidFill>
                  <a:srgbClr val="E2E8F0"/>
                </a:solidFill>
                <a:latin typeface="Calibri"/>
              </a:rPr>
              <a:t>Records arrive late (M07 transcript delayed 1 day).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0A5FA"/>
                </a:solidFill>
                <a:latin typeface="Calibri"/>
              </a:rPr>
              <a:t>▸  </a:t>
            </a:r>
            <a:r>
              <a:rPr sz="1100">
                <a:solidFill>
                  <a:srgbClr val="E2E8F0"/>
                </a:solidFill>
                <a:latin typeface="Calibri"/>
              </a:rPr>
              <a:t>Stored labels may not match what was actually said.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60A5FA"/>
                </a:solidFill>
                <a:latin typeface="Calibri"/>
              </a:rPr>
              <a:t>▸  </a:t>
            </a:r>
            <a:r>
              <a:rPr sz="1100">
                <a:solidFill>
                  <a:srgbClr val="E2E8F0"/>
                </a:solidFill>
                <a:latin typeface="Calibri"/>
              </a:rPr>
              <a:t>No single view connects activity → analysis → action.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2588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What I Built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9164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100">
                <a:solidFill>
                  <a:srgbClr val="E2E8F0"/>
                </a:solidFill>
                <a:latin typeface="Calibri"/>
              </a:rPr>
              <a:t>44-record inbox with search, filter and routing.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100">
                <a:solidFill>
                  <a:srgbClr val="E2E8F0"/>
                </a:solidFill>
                <a:latin typeface="Calibri"/>
              </a:rPr>
              <a:t>Import system handling duplicate-safe, revision-ordered updates.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100">
                <a:solidFill>
                  <a:srgbClr val="E2E8F0"/>
                </a:solidFill>
                <a:latin typeface="Calibri"/>
              </a:rPr>
              <a:t>Pre-generated evidence-based analysis for 18 transcripts.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100">
                <a:solidFill>
                  <a:srgbClr val="E2E8F0"/>
                </a:solidFill>
                <a:latin typeface="Calibri"/>
              </a:rPr>
              <a:t>Manager brief for 21 Aug 2026 with priority actions.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4D399"/>
                </a:solidFill>
                <a:latin typeface="Calibri"/>
              </a:rPr>
              <a:t>▸  </a:t>
            </a:r>
            <a:r>
              <a:rPr sz="1100">
                <a:solidFill>
                  <a:srgbClr val="E2E8F0"/>
                </a:solidFill>
                <a:latin typeface="Calibri"/>
              </a:rPr>
              <a:t>Export archive with machine-readable manifest.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Three 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06908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M03 Turn 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406908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Pricing discrepancy mid-demo (INR 26k vs 39k) → Sales Coaching route flagged.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57200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M04 Turn 11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457200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Cedarwave's core need (credit cards) cannot be met by SpendNest prepaid → Human Review.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50749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M09 Turn 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37360" y="5074920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2E8F0"/>
                </a:solidFill>
                <a:latin typeface="Calibri"/>
              </a:rPr>
              <a:t>Brookmint reset token expired immediately on fresh send → Engineering bug ticket.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SpendNest Revenue Intelligence Inbox  ·  21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0A5FA"/>
                </a:solidFill>
                <a:latin typeface="Calibr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INTERFACE CHOICES &amp; DELIBERATE OMISSIONS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Included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4114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5-page app: Dashboard, Inbox, Import, Export, Brief.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KPI cards: 44 records, 30 calls, 14 meetings, transcript coverage.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Per-record detail: metadata + transcript/turns + analysis + route editor.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Duplicate-safe import with revision ordering (no older rev overwrites newer).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Manual route override with timestamp, note, and visual distinction from suggested.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Stale analysis warning when transcript changes without re-analysis.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Machine-readable manifest (JSON + CSV) and downloadable ZIP.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Denominator notes and source-reported labels on every metric.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801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Deliberately Left 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4592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87171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Pipeline value totals — no authoritative CRM data supplied.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7171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Cross-person performance rankings — selected sample only.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7171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Live AI API calls — pre-generated analysis is transparent and sufficient.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7171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Date filter — all activity is on one day; date filter adds no value.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7171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Account matching across records — no verified company-ID join.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7171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Invented summaries for no-transcript records — shows 'no text' honestly.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7171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Auto-generated AI summaries for new transcripts — would need API key.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9377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4748B"/>
                </a:solidFill>
                <a:latin typeface="Calibri"/>
              </a:rPr>
              <a:t>Routing Badge Legend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Calibri"/>
              </a:rPr>
              <a:t>■ Sales Coaching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Calibri"/>
              </a:rPr>
              <a:t>■ Deal Follow-up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0A5FA"/>
                </a:solidFill>
                <a:latin typeface="Calibri"/>
              </a:rPr>
              <a:t>■ Customer Follow-up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Calibri"/>
              </a:rPr>
              <a:t>■ Internal/Vendor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53035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87171"/>
                </a:solidFill>
                <a:latin typeface="Calibri"/>
              </a:rPr>
              <a:t>■ Human Review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SpendNest Revenue Intelligence Inbox  ·  21 August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4D399"/>
                </a:solidFill>
                <a:latin typeface="Calibr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ROUTING DESIGN &amp; ONE DIFFICULT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Routing &amp; Folder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Routing Taxonomy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Sales Coaching — Evidence of rep behaviour to address (e.g., C01 disclosure failure, M03 pricing).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Deal Follow-up — Active opportunity with a clear next step (e.g., M01 MoU, C03 email).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Customer Follow-up — Existing customer with open issues or pending decisions.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Internal/Vendor — Internal process or vendor integration discussion (e.g., M02, M10).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Human Review — No usable transcript; or multiple unresolved issues needing a human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3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  <a:latin typeface="Calibri"/>
              </a:rPr>
              <a:t>Folder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00200"/>
            <a:ext cx="3840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4D399"/>
                </a:solidFill>
                <a:latin typeface="Calibri"/>
              </a:rPr>
              <a:t>exports/
├── Deal_Follow-up/
├── Sales_Coaching/
├── Customer_Follow-up/
├── Internal-Vendor/
├── Human_Review/
├── manifest.json
├── manifest.csv
└── revenue_intelligence_export.zip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38912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Difficult Case: M07 — Willowfield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800600"/>
            <a:ext cx="8412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M07 was in the initial batch with an empty turns array and unavailable_reason: 'Transcript not included; later batch supplies it.'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Challenge: M07 needed a route before the transcript arrived — but routing without evidence would be invented analysis.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Decision: Route M07 to Human Review initially with the unavailable_reason shown clearly. No summary invented.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After update batch (revision 2): M07 receives its transcript (27 turns). Analysis is marked stale_pending_review.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The manager sees a warning banner and must update the route manually — making the update visible rather than silent.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Manual override (set before the update) survives intact. The new transcript is inspectable in the turns panel.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SpendNest Revenue Intelligence Inbox  ·  21 August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BBF24"/>
                </a:solidFill>
                <a:latin typeface="Calibr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VALIDATION — NUMBERS &amp; ANALYTICAL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Checking a Key Number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Number Verified: 18 Usable Transcripts After Update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4592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Step 1: Loaded 01_initial.json — python test_imports.py confirms 44 records, 17 usable texts.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Step 2: 10 calls with non-null transcript: C01–C10 (verified by iterating payload.transcript).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Step 3: 7 meetings with ≥1 non-blank turn: M01–M04, M06, M09, M10 (M07 had turns=[] in initial).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Step 4: Loaded 02_update.json (revision 2) — M07 received 27 turns. is_usable_transcript() now True.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Step 5: Count recalculated → 18 usable. Total records still 44 (no new record created for M07).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Verified: test_imports.py asserts all conditions; all assertions pass.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749039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Analytical Conclusion Verified: M03 Pricing Discrepancy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160520"/>
            <a:ext cx="84124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BBF24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Claim: Rep quoted INR 26,000 at an earlier meeting but the demo showed INR 39,000.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BBF24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Source: M03 Turn 23 — Customer A: 'But you previously told me INR 26,000. Why has that become INR 39,000?'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BBF24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Source: M03 Turn 24 — Rep: 'INR 26,000 plus tax is the recurring subscription, and INR 13,000 is the one-time setup.'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BBF24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Conclusion is grounded in transcript text, not assumed. The discrepancy is a customer-raised challenge, not a rep error alone.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BBF24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What the evidence does NOT establish: whether the prior quote was verbal or written; whether the customer will proceed.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BBF24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Product effect: M03 routes to both Deal Follow-up AND Sales Coaching. Coaching item in Manager Brief.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SpendNest Revenue Intelligence Inbox  ·  21 August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7171"/>
                </a:solidFill>
                <a:latin typeface="Calibr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28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TRADE-OFFS · AI USAGE · LIMITATIONS · 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Decisions, Limitations &amp;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87171"/>
                </a:solidFill>
                <a:latin typeface="Calibri"/>
              </a:rPr>
              <a:t>Rejected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60020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87171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Considered: Auto-generate summaries via live LLM API on new transcript arrival.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7171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Rejected: Requires API key (assignment says not required); LLMs can hallucinate transcript details.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7171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Accepted trade-off: Pre-generated analysis is static. New transcripts mark record stale.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87171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Product choice: stale_pending_review flag + warning banner + manual override editor.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2344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0A5FA"/>
                </a:solidFill>
                <a:latin typeface="Calibri"/>
              </a:rPr>
              <a:t>AI Usage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60020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Claude used to write application code.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All analysis, route decisions, evidence quotes written by candidate after reading source transcripts.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No live AI API called at runtime.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60A5FA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Pre-generated content clearly identified in README and in-app.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33375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Calibri"/>
              </a:rPr>
              <a:t>Known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70332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FBBF24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B01–B20 (20 background calls): no transcript, no analysis beyond 'background call'.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BBF24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M05/M08/M11–M14: recording cancelled or not scheduled; no turns.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BBF24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Single state.json file — no multi-user concurrency.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FBBF24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No authentication; local review use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33375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4D399"/>
                </a:solidFill>
                <a:latin typeface="Calibri"/>
              </a:rPr>
              <a:t>What I Would Improve Next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0332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Optional LLM integration: human-confirmed re-analysis after transcript update.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SQLite backend for concurrent users and query performance.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Webhook endpoint to receive live batch deliveries.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Richer coaching views: per-rep trend across multiple days.</a:t>
            </a:r>
          </a:p>
          <a:p>
            <a:pPr>
              <a:spcBef>
                <a:spcPts val="400"/>
              </a:spcBef>
            </a:pPr>
            <a:r>
              <a:rPr sz="1000">
                <a:solidFill>
                  <a:srgbClr val="34D399"/>
                </a:solidFill>
                <a:latin typeface="Calibri"/>
              </a:rPr>
              <a:t>▸  </a:t>
            </a:r>
            <a:r>
              <a:rPr sz="1000">
                <a:solidFill>
                  <a:srgbClr val="E2E8F0"/>
                </a:solidFill>
                <a:latin typeface="Calibri"/>
              </a:rPr>
              <a:t>Screen recording workflow guide for managers.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94360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Calibri"/>
              </a:rPr>
              <a:t>Time Spent: ~8 hours  ·  Data reading: 1h  ·  Coding: 5h  ·  Analysis writing: 1.5h  ·  Docs: 0.5h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92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4748B"/>
                </a:solidFill>
                <a:latin typeface="Calibri"/>
              </a:rPr>
              <a:t>SpendNest Revenue Intelligence Inbox  ·  21 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